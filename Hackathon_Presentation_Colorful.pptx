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 Supply Chain Helper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Smart System to Fix Supply Chain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7315200" cy="2286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69494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Problem: Supply chains lose $400M every day when things go wrong (like ships getting stuck)</a:t>
            </a:r>
          </a:p>
          <a:p/>
          <a:p>
            <a:r>
              <a:t>Solution: AI system that finds problems, checks what suppliers are affected, and fixes them automatically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657600"/>
            <a:ext cx="411480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3657600"/>
            <a:ext cx="4114800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Step 1: Collect Data</a:t>
            </a:r>
          </a:p>
          <a:p>
            <a:r>
              <a:t>  • Sensors on ships send GPS and cargo info</a:t>
            </a:r>
          </a:p>
          <a:p>
            <a:r>
              <a:t>  • Market prices tracked in real-time</a:t>
            </a:r>
          </a:p>
          <a:p>
            <a:r>
              <a:t>  • Fast message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Step 2: Store Information</a:t>
            </a:r>
          </a:p>
          <a:p>
            <a:r>
              <a:t>  • Stores price history and trends</a:t>
            </a:r>
          </a:p>
          <a:p>
            <a:r>
              <a:t>  • Maps all suppliers</a:t>
            </a:r>
          </a:p>
          <a:p>
            <a:r>
              <a:t>  • Shows supplier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Step 3: AI Agents Work</a:t>
            </a:r>
          </a:p>
          <a:p>
            <a:r>
              <a:t>  • Finds price spikes</a:t>
            </a:r>
          </a:p>
          <a:p>
            <a:r>
              <a:t>  • Checks affected suppliers</a:t>
            </a:r>
          </a:p>
          <a:p>
            <a:r>
              <a:t>  • Finds backup suppliers</a:t>
            </a:r>
          </a:p>
          <a:p>
            <a:r>
              <a:t>  • Safety rules &amp; human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84048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Step 4: Learn &amp; Improve</a:t>
            </a:r>
          </a:p>
          <a:p>
            <a:r>
              <a:t>  • Remembers what worked</a:t>
            </a:r>
          </a:p>
          <a:p>
            <a:r>
              <a:t>  • Gets smarter</a:t>
            </a:r>
          </a:p>
          <a:p>
            <a:r>
              <a:t>  • Adapts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Tools We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Main Tools:</a:t>
            </a:r>
          </a:p>
          <a:p>
            <a:r>
              <a:t>• LangGraph - Manages AI agents</a:t>
            </a:r>
          </a:p>
          <a:p>
            <a:r>
              <a:t>• Kafka/Redis - Fast messages</a:t>
            </a:r>
          </a:p>
          <a:p>
            <a:r>
              <a:t>• ClickHouse/PG - Stores data</a:t>
            </a:r>
          </a:p>
          <a:p>
            <a:r>
              <a:t>• Neo4j/PG - Maps suppliers</a:t>
            </a:r>
          </a:p>
          <a:p>
            <a:r>
              <a:t>• Guardrails - Safety rules</a:t>
            </a:r>
          </a:p>
          <a:p>
            <a:r>
              <a:t>• Phoenix - Tracks performance</a:t>
            </a:r>
          </a:p>
          <a:p/>
          <a:p>
            <a:r>
              <a:t>Cool Features:</a:t>
            </a:r>
          </a:p>
          <a:p>
            <a:r>
              <a:t>1. See All Connections</a:t>
            </a:r>
          </a:p>
          <a:p>
            <a:r>
              <a:t>   - Shows all supplier levels</a:t>
            </a:r>
          </a:p>
          <a:p>
            <a:r>
              <a:t>   - Finds dependencies</a:t>
            </a:r>
          </a:p>
          <a:p>
            <a:r>
              <a:t>   - Spots weak points</a:t>
            </a:r>
          </a:p>
          <a:p/>
          <a:p>
            <a:r>
              <a:t>2. Self-Improving</a:t>
            </a:r>
          </a:p>
          <a:p>
            <a:r>
              <a:t>   - Learns from decisions</a:t>
            </a:r>
          </a:p>
          <a:p>
            <a:r>
              <a:t>   - Gets better over time</a:t>
            </a:r>
          </a:p>
          <a:p>
            <a:r>
              <a:t>   - Remembers what worked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3. Works Anywhere</a:t>
            </a:r>
          </a:p>
          <a:p>
            <a:r>
              <a:t>   - Local: Your computer</a:t>
            </a:r>
          </a:p>
          <a:p>
            <a:r>
              <a:t>   - Cloud: Render/Railway</a:t>
            </a:r>
          </a:p>
          <a:p>
            <a:r>
              <a:t>   - Switches automatically</a:t>
            </a:r>
          </a:p>
          <a:p/>
          <a:p>
            <a:r>
              <a:t>4. Safety Rules</a:t>
            </a:r>
          </a:p>
          <a:p>
            <a:r>
              <a:t>   - Won't spend &gt;$50K alone</a:t>
            </a:r>
          </a:p>
          <a:p>
            <a:r>
              <a:t>   - Won't pay too much extra</a:t>
            </a:r>
          </a:p>
          <a:p>
            <a:r>
              <a:t>   - Checks risky countries</a:t>
            </a:r>
          </a:p>
          <a:p>
            <a:r>
              <a:t>   - Asks human for big decisions</a:t>
            </a:r>
          </a:p>
          <a:p/>
          <a:p>
            <a:r>
              <a:t>5. Very Fast</a:t>
            </a:r>
          </a:p>
          <a:p>
            <a:r>
              <a:t>   - Finds problems &lt;1 second</a:t>
            </a:r>
          </a:p>
          <a:p>
            <a:r>
              <a:t>   - Works with live data</a:t>
            </a:r>
          </a:p>
          <a:p>
            <a:r>
              <a:t>   - No waiting for batches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Live Demo: When Ships Get Stuck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77440"/>
            <a:ext cx="4114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8595360" cy="228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3749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1: Find Problem</a:t>
            </a:r>
          </a:p>
          <a:p>
            <a:r>
              <a:t>   ALERT: Price spike 75% on Suez!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188720"/>
            <a:ext cx="3749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2: Check Impact</a:t>
            </a:r>
          </a:p>
          <a:p>
            <a:r>
              <a:t>   4 suppliers, $26.7M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3749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3: Find Solution</a:t>
            </a:r>
          </a:p>
          <a:p>
            <a:r>
              <a:t>   Use Saigon Assembly, $42K, 12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68880"/>
            <a:ext cx="3749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 4: Safety Check</a:t>
            </a:r>
          </a:p>
          <a:p>
            <a:r>
              <a:t>   ✓ Under $50K, ✓ Low risk</a:t>
            </a:r>
          </a:p>
          <a:p>
            <a:r>
              <a:t>   Status: FIXED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7863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Step 5: Learn from It</a:t>
            </a:r>
          </a:p>
          <a:p>
            <a:r>
              <a:t>   System improved (generation 8) | Risk reduced by 45% | Saved 12 days of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Web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657600"/>
            <a:ext cx="411480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3657600"/>
            <a:ext cx="4114800" cy="228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Interactive Map</a:t>
            </a:r>
          </a:p>
          <a:p>
            <a:r>
              <a:t>  • Drag supplier nodes</a:t>
            </a:r>
          </a:p>
          <a:p>
            <a:r>
              <a:t>  • See dangerous routes</a:t>
            </a:r>
          </a:p>
          <a:p>
            <a:r>
              <a:t>  • Find weak points (red)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Live Updates</a:t>
            </a:r>
          </a:p>
          <a:p>
            <a:r>
              <a:t>  • Watch ships move</a:t>
            </a:r>
          </a:p>
          <a:p>
            <a:r>
              <a:t>  • See price changes</a:t>
            </a:r>
          </a:p>
          <a:p>
            <a:r>
              <a:t>  • Get problem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Try It Yourself</a:t>
            </a:r>
          </a:p>
          <a:p>
            <a:r>
              <a:t>  • Simulate Blockade</a:t>
            </a:r>
          </a:p>
          <a:p>
            <a:r>
              <a:t>  • Watch AI decisions</a:t>
            </a:r>
          </a:p>
          <a:p>
            <a:r>
              <a:t>  • See human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84048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How to Run:</a:t>
            </a:r>
          </a:p>
          <a:p/>
          <a:p>
            <a:r>
              <a:t>Type: uvicorn web.server:app --port 8000</a:t>
            </a:r>
          </a:p>
          <a:p/>
          <a:p>
            <a:r>
              <a:t>Open: http://127.0.0.1:8000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Run on Your Computer:</a:t>
            </a:r>
          </a:p>
          <a:p>
            <a:r>
              <a:t>   docker-compose up -d</a:t>
            </a:r>
          </a:p>
          <a:p>
            <a:r>
              <a:t>   python run_demo.py</a:t>
            </a:r>
          </a:p>
          <a:p/>
          <a:p>
            <a:r>
              <a:t>   What it uses:</a:t>
            </a:r>
          </a:p>
          <a:p>
            <a:r>
              <a:t>   • Kafka (messages)</a:t>
            </a:r>
          </a:p>
          <a:p>
            <a:r>
              <a:t>   • ClickHouse (data)</a:t>
            </a:r>
          </a:p>
          <a:p>
            <a:r>
              <a:t>   • Neo4j (supplier map)</a:t>
            </a:r>
          </a:p>
          <a:p>
            <a:r>
              <a:t>   • Phoenix (tracking)</a:t>
            </a:r>
          </a:p>
          <a:p/>
          <a:p>
            <a:r>
              <a:t>Run in Cloud:</a:t>
            </a:r>
          </a:p>
          <a:p>
            <a:r>
              <a:t>   Render or Railway</a:t>
            </a:r>
          </a:p>
          <a:p>
            <a:r>
              <a:t>   No code changes!</a:t>
            </a:r>
          </a:p>
          <a:p/>
          <a:p>
            <a:r>
              <a:t>   What it uses:</a:t>
            </a:r>
          </a:p>
          <a:p>
            <a:r>
              <a:t>   • PostgreSQL (data)</a:t>
            </a:r>
          </a:p>
          <a:p>
            <a:r>
              <a:t>   • Redis (messages)</a:t>
            </a:r>
          </a:p>
          <a:p>
            <a:r>
              <a:t>   • Web Service</a:t>
            </a:r>
          </a:p>
          <a:p>
            <a:r>
              <a:t>   • Background Worker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How It Adapts:</a:t>
            </a:r>
          </a:p>
          <a:p/>
          <a:p>
            <a:r>
              <a:t>Feature          Your Computer   Cloud</a:t>
            </a:r>
          </a:p>
          <a:p>
            <a:r>
              <a:t>─────────────────────────────────────</a:t>
            </a:r>
          </a:p>
          <a:p>
            <a:r>
              <a:t>Data Storage     ClickHouse      PostgreSQL</a:t>
            </a:r>
          </a:p>
          <a:p>
            <a:r>
              <a:t>Supplier Map     Neo4j           PostgreSQL</a:t>
            </a:r>
          </a:p>
          <a:p>
            <a:r>
              <a:t>Messages         Kafka           Redis</a:t>
            </a:r>
          </a:p>
          <a:p>
            <a:r>
              <a:t>File Storage     Your Disk       Cloud Storage</a:t>
            </a:r>
          </a:p>
          <a:p/>
          <a:p>
            <a:r>
              <a:t>Automatic Switch:</a:t>
            </a:r>
          </a:p>
          <a:p>
            <a:r>
              <a:t>   If cloud settings found:</a:t>
            </a:r>
          </a:p>
          <a:p>
            <a:r>
              <a:t>       Use cloud databases</a:t>
            </a:r>
          </a:p>
          <a:p>
            <a:r>
              <a:t>   Otherwise:</a:t>
            </a:r>
          </a:p>
          <a:p>
            <a:r>
              <a:t>       Use local databases</a:t>
            </a:r>
          </a:p>
          <a:p/>
          <a:p>
            <a:r>
              <a:t>Ready for Production:</a:t>
            </a:r>
          </a:p>
          <a:p>
            <a:r>
              <a:t>• Runs all the time</a:t>
            </a:r>
          </a:p>
          <a:p>
            <a:r>
              <a:t>• Stops safely</a:t>
            </a:r>
          </a:p>
          <a:p>
            <a:r>
              <a:t>• Easy to configure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Results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What We Achieved:</a:t>
            </a:r>
          </a:p>
          <a:p>
            <a:r>
              <a:t>• Finds problems &lt;1 second</a:t>
            </a:r>
          </a:p>
          <a:p>
            <a:r>
              <a:t>• Sees all supplier connections</a:t>
            </a:r>
          </a:p>
          <a:p>
            <a:r>
              <a:t>• Saves 51% costs ($42K vs $85K)</a:t>
            </a:r>
          </a:p>
          <a:p>
            <a:r>
              <a:t>• Reduces risk by 45%</a:t>
            </a:r>
          </a:p>
          <a:p>
            <a:r>
              <a:t>• Learned 8 times (got smarter)</a:t>
            </a:r>
          </a:p>
          <a:p>
            <a:r>
              <a:t>• Deploys in under 5 minutes</a:t>
            </a:r>
          </a:p>
          <a:p/>
          <a:p>
            <a:r>
              <a:t>Why It's Better:</a:t>
            </a:r>
          </a:p>
          <a:p>
            <a:r>
              <a:t>1. Works in Real-Time</a:t>
            </a:r>
          </a:p>
          <a:p>
            <a:r>
              <a:t>   (No waiting for batches)</a:t>
            </a:r>
          </a:p>
          <a:p/>
          <a:p>
            <a:r>
              <a:t>2. Sees Everything</a:t>
            </a:r>
          </a:p>
          <a:p>
            <a:r>
              <a:t>   (Not just first-level)</a:t>
            </a:r>
          </a:p>
          <a:p/>
          <a:p>
            <a:r>
              <a:t>3. Keeps Learning</a:t>
            </a:r>
          </a:p>
          <a:p>
            <a:r>
              <a:t>   (Gets better over time)</a:t>
            </a:r>
          </a:p>
          <a:p/>
          <a:p>
            <a:r>
              <a:t>4. Safe to Use</a:t>
            </a:r>
          </a:p>
          <a:p>
            <a:r>
              <a:t>   (Won't make big mistakes)</a:t>
            </a:r>
          </a:p>
          <a:p/>
          <a:p>
            <a:r>
              <a:t>5. Cloud Ready</a:t>
            </a:r>
          </a:p>
          <a:p>
            <a:r>
              <a:t>   (Works on Render/Railway)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Future Plans:</a:t>
            </a:r>
          </a:p>
          <a:p>
            <a:r>
              <a:t>• Add More AI Models</a:t>
            </a:r>
          </a:p>
          <a:p>
            <a:r>
              <a:t>  (Better negotiation)</a:t>
            </a:r>
          </a:p>
          <a:p/>
          <a:p>
            <a:r>
              <a:t>• Predict Problems</a:t>
            </a:r>
          </a:p>
          <a:p>
            <a:r>
              <a:t>  (Use ML forecasting)</a:t>
            </a:r>
          </a:p>
          <a:p/>
          <a:p>
            <a:r>
              <a:t>• Blockchain Records</a:t>
            </a:r>
          </a:p>
          <a:p>
            <a:r>
              <a:t>  (Permanent contract logs)</a:t>
            </a:r>
          </a:p>
          <a:p/>
          <a:p>
            <a:r>
              <a:t>• Better Dashboard</a:t>
            </a:r>
          </a:p>
          <a:p>
            <a:r>
              <a:t>  (More data views)</a:t>
            </a:r>
          </a:p>
          <a:p/>
          <a:p>
            <a:r>
              <a:t>Conclusion:</a:t>
            </a:r>
          </a:p>
          <a:p>
            <a:r>
              <a:t>This is a real system that</a:t>
            </a:r>
          </a:p>
          <a:p>
            <a:r>
              <a:t>solves a big global problem.</a:t>
            </a:r>
          </a:p>
          <a:p>
            <a:r>
              <a:t>It uses smart AI and works</a:t>
            </a:r>
          </a:p>
          <a:p>
            <a:r>
              <a:t>in the cloud right now.</a:t>
            </a:r>
          </a:p>
          <a:p/>
          <a:p>
            <a:r>
              <a:t>Ready to Use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