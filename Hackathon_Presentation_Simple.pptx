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AI Supply Chain Helper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Smart System to Fix Supply Chain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Problem: Supply chains lose $400M every day when things go wrong (like ships getting stuck)</a:t>
            </a:r>
          </a:p>
          <a:p/>
          <a:p>
            <a:r>
              <a:t>Solution: AI system that finds problems, checks what suppliers are affected, and fixes them automatically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Step 1: Collect Data</a:t>
            </a:r>
          </a:p>
          <a:p>
            <a:r>
              <a:t>  • Sensors on ships send GPS and cargo info</a:t>
            </a:r>
          </a:p>
          <a:p>
            <a:r>
              <a:t>  • Market prices are tracked in real-time</a:t>
            </a:r>
          </a:p>
          <a:p>
            <a:r>
              <a:t>  • All data flows through a fast message system</a:t>
            </a:r>
          </a:p>
          <a:p/>
          <a:p>
            <a:r>
              <a:t>Step 2: Store Information</a:t>
            </a:r>
          </a:p>
          <a:p>
            <a:r>
              <a:t>  • Time-series database: Stores price history and trends</a:t>
            </a:r>
          </a:p>
          <a:p>
            <a:r>
              <a:t>  • Knowledge graph: Maps all suppliers and their connections</a:t>
            </a:r>
          </a:p>
          <a:p>
            <a:r>
              <a:t>  • Shows which suppliers depend on which others</a:t>
            </a:r>
          </a:p>
          <a:p/>
          <a:p>
            <a:r>
              <a:t>Step 3: AI Agents Work Together</a:t>
            </a:r>
          </a:p>
          <a:p>
            <a:r>
              <a:t>  • Market Agent: Finds price spikes and unusual patterns</a:t>
            </a:r>
          </a:p>
          <a:p>
            <a:r>
              <a:t>  • Graph Agent: Checks which suppliers are affected</a:t>
            </a:r>
          </a:p>
          <a:p>
            <a:r>
              <a:t>  • Negotiator Agent: Finds backup suppliers</a:t>
            </a:r>
          </a:p>
          <a:p>
            <a:r>
              <a:t>  • Guardrails: Makes sure decisions are safe and within budget</a:t>
            </a:r>
          </a:p>
          <a:p>
            <a:r>
              <a:t>  • Human Check: Important decisions need human approval</a:t>
            </a:r>
          </a:p>
          <a:p/>
          <a:p>
            <a:r>
              <a:t>Step 4: Learn and Improve</a:t>
            </a:r>
          </a:p>
          <a:p>
            <a:r>
              <a:t>  • System remembers what worked and what didn't</a:t>
            </a:r>
          </a:p>
          <a:p>
            <a:r>
              <a:t>  • Gets smarter with each decision</a:t>
            </a:r>
          </a:p>
          <a:p>
            <a:r>
              <a:t>  • Adapts to new situations automatically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Tools We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Main Tools:</a:t>
            </a:r>
          </a:p>
          <a:p>
            <a:r>
              <a:t>• LangGraph - Manages AI agents</a:t>
            </a:r>
          </a:p>
          <a:p>
            <a:r>
              <a:t>• Kafka/Redis - Fast message system</a:t>
            </a:r>
          </a:p>
          <a:p>
            <a:r>
              <a:t>• ClickHouse/PostgreSQL - Stores data</a:t>
            </a:r>
          </a:p>
          <a:p>
            <a:r>
              <a:t>• Neo4j/PostgreSQL - Maps suppliers</a:t>
            </a:r>
          </a:p>
          <a:p>
            <a:r>
              <a:t>• Guardrails - Safety rules</a:t>
            </a:r>
          </a:p>
          <a:p>
            <a:r>
              <a:t>• Arize Phoenix - Tracks performance</a:t>
            </a:r>
          </a:p>
          <a:p/>
          <a:p>
            <a:r>
              <a:t>Cool Features:</a:t>
            </a:r>
          </a:p>
          <a:p>
            <a:r>
              <a:t>1. See All Connections</a:t>
            </a:r>
          </a:p>
          <a:p>
            <a:r>
              <a:t>   - Shows suppliers at all levels</a:t>
            </a:r>
          </a:p>
          <a:p>
            <a:r>
              <a:t>   - Finds who depends on who</a:t>
            </a:r>
          </a:p>
          <a:p>
            <a:r>
              <a:t>   - Spots weak points</a:t>
            </a:r>
          </a:p>
          <a:p/>
          <a:p>
            <a:r>
              <a:t>2. Self-Improving</a:t>
            </a:r>
          </a:p>
          <a:p>
            <a:r>
              <a:t>   - Learns from past decisions</a:t>
            </a:r>
          </a:p>
          <a:p>
            <a:r>
              <a:t>   - Gets better over time</a:t>
            </a:r>
          </a:p>
          <a:p>
            <a:r>
              <a:t>   - Remembers what worked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3. Works Anywhere</a:t>
            </a:r>
          </a:p>
          <a:p>
            <a:r>
              <a:t>   - Local: Your computer</a:t>
            </a:r>
          </a:p>
          <a:p>
            <a:r>
              <a:t>   - Cloud: Render or Railway</a:t>
            </a:r>
          </a:p>
          <a:p>
            <a:r>
              <a:t>   - Switches automatically</a:t>
            </a:r>
          </a:p>
          <a:p/>
          <a:p>
            <a:r>
              <a:t>4. Safety Rules</a:t>
            </a:r>
          </a:p>
          <a:p>
            <a:r>
              <a:t>   - Won't spend more than $50K alone</a:t>
            </a:r>
          </a:p>
          <a:p>
            <a:r>
              <a:t>   - Won't pay too much extra</a:t>
            </a:r>
          </a:p>
          <a:p>
            <a:r>
              <a:t>   - Checks for risky countries</a:t>
            </a:r>
          </a:p>
          <a:p>
            <a:r>
              <a:t>   - Asks human for big decisions</a:t>
            </a:r>
          </a:p>
          <a:p/>
          <a:p>
            <a:r>
              <a:t>5. Very Fast</a:t>
            </a:r>
          </a:p>
          <a:p>
            <a:r>
              <a:t>   - Finds problems in under 1 second</a:t>
            </a:r>
          </a:p>
          <a:p>
            <a:r>
              <a:t>   - Works with live data</a:t>
            </a:r>
          </a:p>
          <a:p>
            <a:r>
              <a:t>   - No waiting for batches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Live Demo: When Ships Get Stuck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Step 1: Find the Problem</a:t>
            </a:r>
          </a:p>
          <a:p>
            <a:r>
              <a:t>   ALERT: Big price spike on Suez route!</a:t>
            </a:r>
          </a:p>
          <a:p>
            <a:r>
              <a:t>   Price jumped 75% - ships are stuck</a:t>
            </a:r>
          </a:p>
          <a:p/>
          <a:p>
            <a:r>
              <a:t>Step 2: Check Who's Affected</a:t>
            </a:r>
          </a:p>
          <a:p>
            <a:r>
              <a:t>   4 suppliers are in trouble</a:t>
            </a:r>
          </a:p>
          <a:p>
            <a:r>
              <a:t>   $26.7 million worth of contracts at risk</a:t>
            </a:r>
          </a:p>
          <a:p>
            <a:r>
              <a:t>   This is a serious problem</a:t>
            </a:r>
          </a:p>
          <a:p/>
          <a:p>
            <a:r>
              <a:t>Step 3: Find a Solution</a:t>
            </a:r>
          </a:p>
          <a:p>
            <a:r>
              <a:t>   Suggestion: Use Saigon Advanced Assembly instead</a:t>
            </a:r>
          </a:p>
          <a:p>
            <a:r>
              <a:t>   Cost: $42,000 | Takes 12 days</a:t>
            </a:r>
          </a:p>
          <a:p>
            <a:r>
              <a:t>   Risk level: Low (30 out of 100)</a:t>
            </a:r>
          </a:p>
          <a:p/>
          <a:p>
            <a:r>
              <a:t>Step 4: Check Safety Rules</a:t>
            </a:r>
          </a:p>
          <a:p>
            <a:r>
              <a:t>   ✓ Cost is under $50K limit</a:t>
            </a:r>
          </a:p>
          <a:p>
            <a:r>
              <a:t>   ✓ Extra cost is only 4.2%</a:t>
            </a:r>
          </a:p>
          <a:p>
            <a:r>
              <a:t>   ✓ Risk is low enough for automatic action</a:t>
            </a:r>
          </a:p>
          <a:p>
            <a:r>
              <a:t>   Status: FIXED AUTOMATICALLY</a:t>
            </a:r>
          </a:p>
          <a:p/>
          <a:p>
            <a:r>
              <a:t>Step 5: Learn from It</a:t>
            </a:r>
          </a:p>
          <a:p>
            <a:r>
              <a:t>   System improved (generation 8)</a:t>
            </a:r>
          </a:p>
          <a:p>
            <a:r>
              <a:t>   Risk reduced by 45%</a:t>
            </a:r>
          </a:p>
          <a:p>
            <a:r>
              <a:t>   Saved 12 days of delay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Web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5953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What You Can See:</a:t>
            </a:r>
          </a:p>
          <a:p>
            <a:r>
              <a:t>• Interactive Map</a:t>
            </a:r>
          </a:p>
          <a:p>
            <a:r>
              <a:t>  - Drag supplier nodes to see connections</a:t>
            </a:r>
          </a:p>
          <a:p>
            <a:r>
              <a:t>  - See which routes are in danger</a:t>
            </a:r>
          </a:p>
          <a:p>
            <a:r>
              <a:t>  - Find weak points (shown in red)</a:t>
            </a:r>
          </a:p>
          <a:p/>
          <a:p>
            <a:r>
              <a:t>• Live Updates</a:t>
            </a:r>
          </a:p>
          <a:p>
            <a:r>
              <a:t>  - Watch ships move in real-time</a:t>
            </a:r>
          </a:p>
          <a:p>
            <a:r>
              <a:t>  - See price changes as they happen</a:t>
            </a:r>
          </a:p>
          <a:p>
            <a:r>
              <a:t>  - Get alerts when problems occur</a:t>
            </a:r>
          </a:p>
          <a:p/>
          <a:p>
            <a:r>
              <a:t>• Try It Yourself</a:t>
            </a:r>
          </a:p>
          <a:p>
            <a:r>
              <a:t>  - Click "Simulate Blockade" button</a:t>
            </a:r>
          </a:p>
          <a:p>
            <a:r>
              <a:t>  - Watch the AI make decisions</a:t>
            </a:r>
          </a:p>
          <a:p>
            <a:r>
              <a:t>  - See when it asks for human help</a:t>
            </a:r>
          </a:p>
          <a:p/>
          <a:p>
            <a:r>
              <a:t>• Progress Tracking</a:t>
            </a:r>
          </a:p>
          <a:p>
            <a:r>
              <a:t>  - See how much the system has learned</a:t>
            </a:r>
          </a:p>
          <a:p>
            <a:r>
              <a:t>  - Watch it get smarter</a:t>
            </a:r>
          </a:p>
          <a:p>
            <a:r>
              <a:t>  - Read lessons it has learned</a:t>
            </a:r>
          </a:p>
          <a:p/>
          <a:p>
            <a:r>
              <a:t>How to Run:</a:t>
            </a:r>
          </a:p>
          <a:p>
            <a:r>
              <a:t>   Type: uvicorn web.server:app --port 8000</a:t>
            </a:r>
          </a:p>
          <a:p>
            <a:r>
              <a:t>   Then open: http://127.0.0.1:8000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Cloud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Run on Your Computer:</a:t>
            </a:r>
          </a:p>
          <a:p>
            <a:r>
              <a:t>   docker-compose up -d</a:t>
            </a:r>
          </a:p>
          <a:p>
            <a:r>
              <a:t>   python run_demo.py</a:t>
            </a:r>
          </a:p>
          <a:p/>
          <a:p>
            <a:r>
              <a:t>   What it uses:</a:t>
            </a:r>
          </a:p>
          <a:p>
            <a:r>
              <a:t>   • Kafka (messages)</a:t>
            </a:r>
          </a:p>
          <a:p>
            <a:r>
              <a:t>   • ClickHouse (data)</a:t>
            </a:r>
          </a:p>
          <a:p>
            <a:r>
              <a:t>   • Neo4j (supplier map)</a:t>
            </a:r>
          </a:p>
          <a:p>
            <a:r>
              <a:t>   • Phoenix (tracking)</a:t>
            </a:r>
          </a:p>
          <a:p/>
          <a:p>
            <a:r>
              <a:t>Run in Cloud:</a:t>
            </a:r>
          </a:p>
          <a:p>
            <a:r>
              <a:t>   Render or Railway</a:t>
            </a:r>
          </a:p>
          <a:p>
            <a:r>
              <a:t>   No code changes needed!</a:t>
            </a:r>
          </a:p>
          <a:p/>
          <a:p>
            <a:r>
              <a:t>   What it uses:</a:t>
            </a:r>
          </a:p>
          <a:p>
            <a:r>
              <a:t>   • PostgreSQL (data)</a:t>
            </a:r>
          </a:p>
          <a:p>
            <a:r>
              <a:t>   • Redis (messages)</a:t>
            </a:r>
          </a:p>
          <a:p>
            <a:r>
              <a:t>   • Web Service</a:t>
            </a:r>
          </a:p>
          <a:p>
            <a:r>
              <a:t>   • Background Worker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How It Adapts:</a:t>
            </a:r>
          </a:p>
          <a:p/>
          <a:p>
            <a:r>
              <a:t>Feature          Your Computer   Cloud</a:t>
            </a:r>
          </a:p>
          <a:p>
            <a:r>
              <a:t>─────────────────────────────────────</a:t>
            </a:r>
          </a:p>
          <a:p>
            <a:r>
              <a:t>Data Storage     ClickHouse      PostgreSQL</a:t>
            </a:r>
          </a:p>
          <a:p>
            <a:r>
              <a:t>Supplier Map     Neo4j           PostgreSQL</a:t>
            </a:r>
          </a:p>
          <a:p>
            <a:r>
              <a:t>Messages         Kafka           Redis</a:t>
            </a:r>
          </a:p>
          <a:p>
            <a:r>
              <a:t>File Storage     Your Disk       Cloud Storage</a:t>
            </a:r>
          </a:p>
          <a:p/>
          <a:p>
            <a:r>
              <a:t>Automatic Switch:</a:t>
            </a:r>
          </a:p>
          <a:p>
            <a:r>
              <a:t>   If cloud settings are found:</a:t>
            </a:r>
          </a:p>
          <a:p>
            <a:r>
              <a:t>       Use cloud databases</a:t>
            </a:r>
          </a:p>
          <a:p>
            <a:r>
              <a:t>   Otherwise:</a:t>
            </a:r>
          </a:p>
          <a:p>
            <a:r>
              <a:t>       Use local databases</a:t>
            </a:r>
          </a:p>
          <a:p/>
          <a:p>
            <a:r>
              <a:t>Ready for Production:</a:t>
            </a:r>
          </a:p>
          <a:p>
            <a:r>
              <a:t>• Runs all the time</a:t>
            </a:r>
          </a:p>
          <a:p>
            <a:r>
              <a:t>• Stops safely</a:t>
            </a:r>
          </a:p>
          <a:p>
            <a:r>
              <a:t>• Easy to configure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Results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What We Achieved:</a:t>
            </a:r>
          </a:p>
          <a:p>
            <a:r>
              <a:t>• Finds problems in under 1 second</a:t>
            </a:r>
          </a:p>
          <a:p>
            <a:r>
              <a:t>• Sees all supplier connections</a:t>
            </a:r>
          </a:p>
          <a:p>
            <a:r>
              <a:t>• Saves 51% on costs ($42K vs $85K)</a:t>
            </a:r>
          </a:p>
          <a:p>
            <a:r>
              <a:t>• Reduces risk by 45%</a:t>
            </a:r>
          </a:p>
          <a:p>
            <a:r>
              <a:t>• Learned 8 times (got smarter)</a:t>
            </a:r>
          </a:p>
          <a:p>
            <a:r>
              <a:t>• Deploys in under 5 minutes</a:t>
            </a:r>
          </a:p>
          <a:p/>
          <a:p>
            <a:r>
              <a:t>Why It's Better:</a:t>
            </a:r>
          </a:p>
          <a:p>
            <a:r>
              <a:t>1. Works in Real-Time</a:t>
            </a:r>
          </a:p>
          <a:p>
            <a:r>
              <a:t>   (No waiting for batches)</a:t>
            </a:r>
          </a:p>
          <a:p/>
          <a:p>
            <a:r>
              <a:t>2. Sees Everything</a:t>
            </a:r>
          </a:p>
          <a:p>
            <a:r>
              <a:t>   (Not just first-level suppliers)</a:t>
            </a:r>
          </a:p>
          <a:p/>
          <a:p>
            <a:r>
              <a:t>3. Keeps Learning</a:t>
            </a:r>
          </a:p>
          <a:p>
            <a:r>
              <a:t>   (Gets better over time)</a:t>
            </a:r>
          </a:p>
          <a:p/>
          <a:p>
            <a:r>
              <a:t>4. Safe to Use</a:t>
            </a:r>
          </a:p>
          <a:p>
            <a:r>
              <a:t>   (Won't make big mistakes)</a:t>
            </a:r>
          </a:p>
          <a:p/>
          <a:p>
            <a:r>
              <a:t>5. Cloud Ready</a:t>
            </a:r>
          </a:p>
          <a:p>
            <a:r>
              <a:t>   (Works on Render/Railway)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Future Plans:</a:t>
            </a:r>
          </a:p>
          <a:p>
            <a:r>
              <a:t>• Add More AI Models</a:t>
            </a:r>
          </a:p>
          <a:p>
            <a:r>
              <a:t>  (Better contract negotiation)</a:t>
            </a:r>
          </a:p>
          <a:p/>
          <a:p>
            <a:r>
              <a:t>• Predict Problems</a:t>
            </a:r>
          </a:p>
          <a:p>
            <a:r>
              <a:t>  (Use ML to forecast issues)</a:t>
            </a:r>
          </a:p>
          <a:p/>
          <a:p>
            <a:r>
              <a:t>• Blockchain Records</a:t>
            </a:r>
          </a:p>
          <a:p>
            <a:r>
              <a:t>  (Keep permanent contract logs)</a:t>
            </a:r>
          </a:p>
          <a:p/>
          <a:p>
            <a:r>
              <a:t>• Better Dashboard</a:t>
            </a:r>
          </a:p>
          <a:p>
            <a:r>
              <a:t>  (More ways to see data)</a:t>
            </a:r>
          </a:p>
          <a:p/>
          <a:p>
            <a:r>
              <a:t>Conclusion:</a:t>
            </a:r>
          </a:p>
          <a:p>
            <a:r>
              <a:t>This is a real system that solves</a:t>
            </a:r>
          </a:p>
          <a:p>
            <a:r>
              <a:t>a big global problem.</a:t>
            </a:r>
          </a:p>
          <a:p>
            <a:r>
              <a:t>It uses smart AI and works in</a:t>
            </a:r>
          </a:p>
          <a:p>
            <a:r>
              <a:t>the cloud right now.</a:t>
            </a:r>
          </a:p>
          <a:p/>
          <a:p>
            <a:r>
              <a:t>Ready to Use Today!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